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8412480" cy="4069080"/>
          </a:xfrm>
          <a:prstGeom prst="rect">
            <a:avLst/>
          </a:prstGeom>
          <a:solidFill>
            <a:srgbClr val="0B1437"/>
          </a:solidFill>
          <a:ln w="9525">
            <a:solidFill>
              <a:srgbClr val="1E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754880"/>
            <a:ext cx="54864" cy="164592"/>
          </a:xfrm>
          <a:prstGeom prst="rect">
            <a:avLst/>
          </a:prstGeom>
          <a:solidFill>
            <a:srgbClr val="4C6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32688"/>
            <a:ext cx="8046720" cy="18288"/>
          </a:xfrm>
          <a:prstGeom prst="rect">
            <a:avLst/>
          </a:prstGeom>
          <a:solidFill>
            <a:srgbClr val="1E2A5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0"/>
            <a:ext cx="54864" cy="164592"/>
          </a:xfrm>
          <a:prstGeom prst="rect">
            <a:avLst/>
          </a:prstGeom>
          <a:solidFill>
            <a:srgbClr val="4C6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Authenticated Communication</a:t>
            </a:r>
            <a:endParaRPr lang="en-US" sz="2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Connected and Autonomous Vehicles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ML-KEM (FIPS 203), ML-DSA (FIPS 204) and Adaptive Grouping Score PBFT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 |  Zeroth Review  |  B.Tech Information Technology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 &lt;Name 1&gt;  ·  &lt;Name 2&gt;  ·  &lt;Name 3&gt;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 &lt;Guide Name&gt;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&lt;Department&gt;,  &lt;College Name&gt;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690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Communication for CAVs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vehicles exchange safety-critical messages — braking, hazard, intersection entry — over open wireless links. These are secured today by ECDSA and ECDH.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2103120"/>
                <a:gridCol w="2194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Quantum attack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ECDH-256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exchange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ECDSA-256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RSA-3072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AES-256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Survives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SHA-3 / SHAKE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Survives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136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now, decrypt later:  traffic recorded today can be decrypted once a quantum computer exists. For location history, that still matters in 2041.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Replacements Exist — But They Are Large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690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Communication for CAVs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standardised the replacements in August 2024.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8046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237744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Post-quantum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exchange public 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B  (ECDH)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1,568 B  (ML-KEM-1024)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B  (ECDSA)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3,309 B  (ML-DSA-65)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Handshake on the wire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~250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6,494 B  (measured)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802.11p frames needed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Vehicular constraint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54787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802.11p safety beacons must be produced every 100 ms over a 6 Mbps short-range link.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  do the standardised post-quantum primitives still fit that budget?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Paper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690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Communication for CAVs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"Quantum-resilient blockchain-enabled secure communication framework for connected autonomous vehicles using post-quantum cryptography"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M. Aslam, A. Bhardwaj, R. Chaudhary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Vehicular Communications, Vol. 52, Article 100880, 2025  ·  Elsevier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10.1016/j.vehcom.2025.100880  ·  Bennett University, Greater Noida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proposes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four-layer CAV architecture: vehicles, RSU / edge, consensus, cloud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Kyber (ML-KEM) session keys for V2V and V2I links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AGS-PBFT — a consensus protocol where nodes are scored on behaviour (+1 agree, −5 disagree) and promoted or demoted against μ ± σ thresholds every 50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tamper-proof ledger of validated traffic transactions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Objective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690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Communication for CAVs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base paper's framework and determine whether NIST post-quantum authentication meets the 100 ms vehicular safety-message deadline under realistic road mobility.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objectives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and enrolment of vehicles, RSUs, edge and cloud servers with a Trusted Authority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key establishment: ML-KEM-1024 + ML-DSA-65 + HKDF–SHA3-256 + AES-256-GCM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AGS-PBFT consensus with score-based node regrouping, and a hash-linked ledger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over SUMO mobility, 50–300 vehicles, against ECDH/ECDSA and standard PBFT baselines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whether lower parameter sets (ML-KEM-768 / ML-DSA-44) meet the budget where level 5 does not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Implement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690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Communication for CAVs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entities.py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Trusted Authority, vehicles, RSUs, edge and cloud servers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handshake.py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Mutual authentication and session-key establishment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consensus.py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AGS-PBFT: scoring, μ ± σ regrouping, four-phase agreement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6–8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ledger.py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Hash-linked blocks of validated traffic transactions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mobility.py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SUMO + TraCI vehicle movement on a real road network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network.py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802.11p delay, range and contention model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benchmark.py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Metrics, baselines, attack tests, figures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 2,600 lines of Python.  Two modules already run.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 base paper's Algorithm 1 and Algorithm 2 listings are incomplete — Algorithm 1 defines the shared secret in terms of itself, and consensus messages are signed using a key encapsulation mechanism, which has no signing operation. We reconstruct both from FIPS 203 and FIPS 204 and document every deviation.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— All Free and Open Source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690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Communication for CAVs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80467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291840"/>
                <a:gridCol w="1920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3.9+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establishment (FIPS 203)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kyber-py  —  ML-KEM-1024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/ Apache-2.0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 (FIPS 204)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dilithium-py  —  ML-DSA-65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/ Apache-2.0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encryption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pycryptodome  —  AES-256-GCM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mobility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Eclipse SUMO + TraCI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EPL-2.0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simulation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 network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OpenStreetMap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ODbL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and figures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pandas, NumPy, Matplotlib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licence cost, no GPU, no accelerator. Measured peak memory under 10 MB — runs on any laptop.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Substituted deliberately:  OMNeT++ / Veins → SimPy analytic 802.11p model  ·  Hyperledger Fabric 2.2 → direct Python ledger (Fabric 2.2 orders via Raft and cannot host PBFT)  ·  PQClean C → pure-Python, ACVP-validated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Results — Already Measured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690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Communication for CAVs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5029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0058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(ms)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 (ms)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ML-KEM-1024 key generation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3.965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ML-KEM-1024 encapsulation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ML-KEM-1024 decapsulation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6.562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ML-DSA-65 signing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47.179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31.923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ML-DSA-65 verification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AES-256-GCM encryption, 1 KB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806440" y="120700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V2R handshake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06440" y="1481328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48.23 ms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6,494 bytes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frames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100 ms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364992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generation dominates the handshake — not key exchange, as usually assumed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variance is high (± 32 ms) because ML-DSA uses rejection sampling; the worst case may breach 100 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shapes the project: the question becomes which parameter sets keep the tail inside budget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Twelve-Week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690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Communication for CAVs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858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9D3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–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Fundamentals; study base paper; reconstruct Algorithm 1 and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Environment; validate libraries against NIST ACVP test vectors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–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Registration, enrolment, tokens, revocation, timestamp freshness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Handshake: ML-KEM + ML-DSA + HKDF + AES-256-GCM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– 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AGS-PBFT consensus and hash-linked ledger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SUMO road network and TraCI mobility integration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802.11p link model; full system integration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Baselines, attack harness, experiments, figures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Report, demonstration, viva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0416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split:  cryptography  ·  consensus  ·  simulation and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Deliverables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690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Quantum-Resilient Communication for CAVs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working, documented implementation of the framework, released as open source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measured performance of ML-KEM and ML-DSA across all parameter sets, with a correct ECDH / ECDSA baseline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determination of whether post-quantum authentication meets the 100 ms V2X deadline, and under which parameter sets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AGS-PBFT against standard PBFT for message count, latency and fault tolerance at 50–300 vehicles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resistance to replay, tampering, impersonation and downgrade attacks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demonstration: SUMO road network, running handshakes, consensus, and rejected attacks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boundary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95344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B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Simulation-based study. Not in scope: deployment on vehicle hardware, side-channel-hardened implementations, or formal protocol verification. The pure-Python cryptographic libraries are documented by their authors as educational and not constant-time — appropriate for a functional and performance study, and stated as a limitation.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for Approval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paper:  Vehicular Communications 52 (2025) 100880, Elsevier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 simulation-based implementation and evaluation, 12 weeks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 entirely free and open source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 handshake implemented and measured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9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2026-07-30T17:11:05Z</dcterms:created>
  <dcterms:modified xsi:type="dcterms:W3CDTF">2026-07-30T17:11:05Z</dcterms:modified>
</cp:coreProperties>
</file>